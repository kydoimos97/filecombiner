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6"/>
  </p:notesMasterIdLst>
  <p:sldIdLst>
    <p:sldId id="256" r:id="rId3"/>
    <p:sldId id="257" r:id="rId4"/>
    <p:sldId id="258" r:id="rId5"/>
  </p:sldIdLst>
  <p:sldSz cx="10080625" cy="7559675"/>
  <p:notesSz cx="7559675" cy="10691813"/>
  <p:defaultTextStyle>
    <a:defPPr>
      <a:defRPr lang="en-GB"/>
    </a:defPPr>
    <a:lvl1pPr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1pPr>
    <a:lvl2pPr marL="742950" indent="-28575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2pPr>
    <a:lvl3pPr marL="1143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3pPr>
    <a:lvl4pPr marL="1600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4pPr>
    <a:lvl5pPr marL="20574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5pPr>
    <a:lvl6pPr marL="2286000" algn="l" defTabSz="914400" rtl="0" eaLnBrk="1" latinLnBrk="0" hangingPunct="1">
      <a:defRPr kern="1200">
        <a:solidFill>
          <a:schemeClr val="tx1"/>
        </a:solidFill>
        <a:latin typeface="Arial" panose="020B0604020202020204" pitchFamily="34" charset="0"/>
        <a:ea typeface="+mn-ea"/>
        <a:cs typeface="Droid Sans Fallback" charset="0"/>
      </a:defRPr>
    </a:lvl6pPr>
    <a:lvl7pPr marL="2743200" algn="l" defTabSz="914400" rtl="0" eaLnBrk="1" latinLnBrk="0" hangingPunct="1">
      <a:defRPr kern="1200">
        <a:solidFill>
          <a:schemeClr val="tx1"/>
        </a:solidFill>
        <a:latin typeface="Arial" panose="020B0604020202020204" pitchFamily="34" charset="0"/>
        <a:ea typeface="+mn-ea"/>
        <a:cs typeface="Droid Sans Fallback" charset="0"/>
      </a:defRPr>
    </a:lvl7pPr>
    <a:lvl8pPr marL="3200400" algn="l" defTabSz="914400" rtl="0" eaLnBrk="1" latinLnBrk="0" hangingPunct="1">
      <a:defRPr kern="1200">
        <a:solidFill>
          <a:schemeClr val="tx1"/>
        </a:solidFill>
        <a:latin typeface="Arial" panose="020B0604020202020204" pitchFamily="34" charset="0"/>
        <a:ea typeface="+mn-ea"/>
        <a:cs typeface="Droid Sans Fallback" charset="0"/>
      </a:defRPr>
    </a:lvl8pPr>
    <a:lvl9pPr marL="3657600" algn="l" defTabSz="914400" rtl="0" eaLnBrk="1" latinLnBrk="0" hangingPunct="1">
      <a:defRPr kern="1200">
        <a:solidFill>
          <a:schemeClr val="tx1"/>
        </a:solidFill>
        <a:latin typeface="Arial" panose="020B0604020202020204" pitchFamily="34" charset="0"/>
        <a:ea typeface="+mn-ea"/>
        <a:cs typeface="Droid Sans Fallback"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9" d="100"/>
          <a:sy n="129" d="100"/>
        </p:scale>
        <p:origin x="2346" y="330"/>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9C48150D-5511-C252-1CE3-F1BBF0CD5F97}"/>
              </a:ext>
            </a:extLst>
          </p:cNvPr>
          <p:cNvSpPr>
            <a:spLocks noGrp="1" noChangeArrowheads="1"/>
          </p:cNvSpPr>
          <p:nvPr>
            <p:ph type="sldImg"/>
          </p:nvPr>
        </p:nvSpPr>
        <p:spPr bwMode="auto">
          <a:xfrm>
            <a:off x="1484313" y="900113"/>
            <a:ext cx="4587875" cy="344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4" name="Rectangle 2">
            <a:extLst>
              <a:ext uri="{FF2B5EF4-FFF2-40B4-BE49-F238E27FC236}">
                <a16:creationId xmlns:a16="http://schemas.microsoft.com/office/drawing/2014/main" id="{780AB55C-67CC-E745-7D26-43BBB3A533EE}"/>
              </a:ext>
            </a:extLst>
          </p:cNvPr>
          <p:cNvSpPr>
            <a:spLocks noGrp="1" noChangeArrowheads="1"/>
          </p:cNvSpPr>
          <p:nvPr>
            <p:ph type="body"/>
          </p:nvPr>
        </p:nvSpPr>
        <p:spPr bwMode="auto">
          <a:xfrm>
            <a:off x="720725" y="4679950"/>
            <a:ext cx="6118225" cy="5038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ltLang="en-US"/>
          </a:p>
        </p:txBody>
      </p:sp>
      <p:sp>
        <p:nvSpPr>
          <p:cNvPr id="3075" name="Rectangle 3">
            <a:extLst>
              <a:ext uri="{FF2B5EF4-FFF2-40B4-BE49-F238E27FC236}">
                <a16:creationId xmlns:a16="http://schemas.microsoft.com/office/drawing/2014/main" id="{778B536B-51CE-3677-D158-EF9BBD7318E0}"/>
              </a:ext>
            </a:extLst>
          </p:cNvPr>
          <p:cNvSpPr>
            <a:spLocks noGrp="1" noChangeArrowheads="1"/>
          </p:cNvSpPr>
          <p:nvPr>
            <p:ph type="hdr"/>
          </p:nvPr>
        </p:nvSpPr>
        <p:spPr bwMode="auto">
          <a:xfrm>
            <a:off x="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6" name="Rectangle 4">
            <a:extLst>
              <a:ext uri="{FF2B5EF4-FFF2-40B4-BE49-F238E27FC236}">
                <a16:creationId xmlns:a16="http://schemas.microsoft.com/office/drawing/2014/main" id="{BA10855E-9A8E-BB17-88E3-A6BF93757BC1}"/>
              </a:ext>
            </a:extLst>
          </p:cNvPr>
          <p:cNvSpPr>
            <a:spLocks noGrp="1" noChangeArrowheads="1"/>
          </p:cNvSpPr>
          <p:nvPr>
            <p:ph type="dt"/>
          </p:nvPr>
        </p:nvSpPr>
        <p:spPr bwMode="auto">
          <a:xfrm>
            <a:off x="427990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7" name="Rectangle 5">
            <a:extLst>
              <a:ext uri="{FF2B5EF4-FFF2-40B4-BE49-F238E27FC236}">
                <a16:creationId xmlns:a16="http://schemas.microsoft.com/office/drawing/2014/main" id="{B13C0EC6-B9C5-BA04-FCA1-D844ABFC5DE8}"/>
              </a:ext>
            </a:extLst>
          </p:cNvPr>
          <p:cNvSpPr>
            <a:spLocks noGrp="1" noChangeArrowheads="1"/>
          </p:cNvSpPr>
          <p:nvPr>
            <p:ph type="ftr"/>
          </p:nvPr>
        </p:nvSpPr>
        <p:spPr bwMode="auto">
          <a:xfrm>
            <a:off x="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8" name="Rectangle 6">
            <a:extLst>
              <a:ext uri="{FF2B5EF4-FFF2-40B4-BE49-F238E27FC236}">
                <a16:creationId xmlns:a16="http://schemas.microsoft.com/office/drawing/2014/main" id="{704D522B-3E8F-A2A3-3581-23B2EABF6796}"/>
              </a:ext>
            </a:extLst>
          </p:cNvPr>
          <p:cNvSpPr>
            <a:spLocks noGrp="1" noChangeArrowheads="1"/>
          </p:cNvSpPr>
          <p:nvPr>
            <p:ph type="sldNum"/>
          </p:nvPr>
        </p:nvSpPr>
        <p:spPr bwMode="auto">
          <a:xfrm>
            <a:off x="427990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fld id="{359A7968-C34C-409C-85E2-FF500F7BC2B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72A729B-34A1-6BB2-E9B3-3D16D9296D04}"/>
              </a:ext>
            </a:extLst>
          </p:cNvPr>
          <p:cNvSpPr>
            <a:spLocks noGrp="1" noChangeArrowheads="1"/>
          </p:cNvSpPr>
          <p:nvPr>
            <p:ph type="sldNum"/>
          </p:nvPr>
        </p:nvSpPr>
        <p:spPr>
          <a:ln/>
        </p:spPr>
        <p:txBody>
          <a:bodyPr/>
          <a:lstStyle/>
          <a:p>
            <a:fld id="{1A380006-7B22-4EA9-82C2-392DC0CD8BE3}" type="slidenum">
              <a:rPr lang="en-US" altLang="en-US"/>
              <a:pPr/>
              <a:t>1</a:t>
            </a:fld>
            <a:endParaRPr lang="en-US" altLang="en-US"/>
          </a:p>
        </p:txBody>
      </p:sp>
      <p:sp>
        <p:nvSpPr>
          <p:cNvPr id="7169" name="Rectangle 1">
            <a:extLst>
              <a:ext uri="{FF2B5EF4-FFF2-40B4-BE49-F238E27FC236}">
                <a16:creationId xmlns:a16="http://schemas.microsoft.com/office/drawing/2014/main" id="{192DA150-8B22-3D33-7EA3-472C902BA449}"/>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0" name="Rectangle 2">
            <a:extLst>
              <a:ext uri="{FF2B5EF4-FFF2-40B4-BE49-F238E27FC236}">
                <a16:creationId xmlns:a16="http://schemas.microsoft.com/office/drawing/2014/main" id="{C6761345-461B-2EF9-3872-8E7965855237}"/>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9CC7E8ED-FB9F-D798-2950-BF73639B9F93}"/>
              </a:ext>
            </a:extLst>
          </p:cNvPr>
          <p:cNvSpPr>
            <a:spLocks noGrp="1" noChangeArrowheads="1"/>
          </p:cNvSpPr>
          <p:nvPr>
            <p:ph type="sldNum"/>
          </p:nvPr>
        </p:nvSpPr>
        <p:spPr>
          <a:ln/>
        </p:spPr>
        <p:txBody>
          <a:bodyPr/>
          <a:lstStyle/>
          <a:p>
            <a:fld id="{4B3D2CCE-23BB-450A-AF6B-D092687C1907}" type="slidenum">
              <a:rPr lang="en-US" altLang="en-US"/>
              <a:pPr/>
              <a:t>2</a:t>
            </a:fld>
            <a:endParaRPr lang="en-US" altLang="en-US"/>
          </a:p>
        </p:txBody>
      </p:sp>
      <p:sp>
        <p:nvSpPr>
          <p:cNvPr id="8193" name="Rectangle 1">
            <a:extLst>
              <a:ext uri="{FF2B5EF4-FFF2-40B4-BE49-F238E27FC236}">
                <a16:creationId xmlns:a16="http://schemas.microsoft.com/office/drawing/2014/main" id="{A297A3E3-DEF6-B1E5-F5CF-7BED05FFBD8B}"/>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4" name="Rectangle 2">
            <a:extLst>
              <a:ext uri="{FF2B5EF4-FFF2-40B4-BE49-F238E27FC236}">
                <a16:creationId xmlns:a16="http://schemas.microsoft.com/office/drawing/2014/main" id="{94BE667B-905D-326D-5A8E-0474F8F03E68}"/>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CE2DC51C-ECF5-AC74-94D1-2617C987815F}"/>
              </a:ext>
            </a:extLst>
          </p:cNvPr>
          <p:cNvSpPr>
            <a:spLocks noGrp="1" noChangeArrowheads="1"/>
          </p:cNvSpPr>
          <p:nvPr>
            <p:ph type="sldNum"/>
          </p:nvPr>
        </p:nvSpPr>
        <p:spPr>
          <a:ln/>
        </p:spPr>
        <p:txBody>
          <a:bodyPr/>
          <a:lstStyle/>
          <a:p>
            <a:fld id="{1A0D7C16-9A1A-4AF0-887E-4E2B59933EBD}" type="slidenum">
              <a:rPr lang="en-US" altLang="en-US"/>
              <a:pPr/>
              <a:t>3</a:t>
            </a:fld>
            <a:endParaRPr lang="en-US" altLang="en-US"/>
          </a:p>
        </p:txBody>
      </p:sp>
      <p:sp>
        <p:nvSpPr>
          <p:cNvPr id="9217" name="Rectangle 1">
            <a:extLst>
              <a:ext uri="{FF2B5EF4-FFF2-40B4-BE49-F238E27FC236}">
                <a16:creationId xmlns:a16="http://schemas.microsoft.com/office/drawing/2014/main" id="{158B38D3-CAA4-F29F-3D7E-180576D608D5}"/>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8" name="Rectangle 2">
            <a:extLst>
              <a:ext uri="{FF2B5EF4-FFF2-40B4-BE49-F238E27FC236}">
                <a16:creationId xmlns:a16="http://schemas.microsoft.com/office/drawing/2014/main" id="{4B926F4F-EBFD-E511-4832-C7D8A0FCF1B1}"/>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C620B-6282-EEF0-07AF-77FF8D4A16F9}"/>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6694A0-70BC-9149-5069-99C7BD83A013}"/>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398051-E95B-894E-D526-64D25190641B}"/>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1D77677-1FDC-ED02-DCB9-5761ADE8AA08}"/>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BC7EF6AD-DC35-2AED-B5B6-CEC58287C706}"/>
              </a:ext>
            </a:extLst>
          </p:cNvPr>
          <p:cNvSpPr>
            <a:spLocks noGrp="1"/>
          </p:cNvSpPr>
          <p:nvPr>
            <p:ph type="sldNum" idx="12"/>
          </p:nvPr>
        </p:nvSpPr>
        <p:spPr/>
        <p:txBody>
          <a:bodyPr/>
          <a:lstStyle>
            <a:lvl1pPr>
              <a:defRPr/>
            </a:lvl1pPr>
          </a:lstStyle>
          <a:p>
            <a:fld id="{EDE7229D-F717-4FE8-AF2B-2BD115D28C96}" type="slidenum">
              <a:rPr lang="en-US" altLang="en-US"/>
              <a:pPr/>
              <a:t>‹#›</a:t>
            </a:fld>
            <a:endParaRPr lang="en-US" altLang="en-US"/>
          </a:p>
        </p:txBody>
      </p:sp>
    </p:spTree>
    <p:extLst>
      <p:ext uri="{BB962C8B-B14F-4D97-AF65-F5344CB8AC3E}">
        <p14:creationId xmlns:p14="http://schemas.microsoft.com/office/powerpoint/2010/main" val="2112314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065F4-05A0-D7A9-B015-EE7FDC0CEA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8C447C-8485-3994-E451-97AA38CB6A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20054E-EA3F-5DC5-3F0C-7726DCA6C0B5}"/>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938000ED-2318-B2BB-9CD1-E313F89C03C7}"/>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1CF3C9BD-1356-42AB-4D11-E9355D44D4F7}"/>
              </a:ext>
            </a:extLst>
          </p:cNvPr>
          <p:cNvSpPr>
            <a:spLocks noGrp="1"/>
          </p:cNvSpPr>
          <p:nvPr>
            <p:ph type="sldNum" idx="12"/>
          </p:nvPr>
        </p:nvSpPr>
        <p:spPr/>
        <p:txBody>
          <a:bodyPr/>
          <a:lstStyle>
            <a:lvl1pPr>
              <a:defRPr/>
            </a:lvl1pPr>
          </a:lstStyle>
          <a:p>
            <a:fld id="{29881B87-B13C-42C1-8688-E8A7C2B15FE2}" type="slidenum">
              <a:rPr lang="en-US" altLang="en-US"/>
              <a:pPr/>
              <a:t>‹#›</a:t>
            </a:fld>
            <a:endParaRPr lang="en-US" altLang="en-US"/>
          </a:p>
        </p:txBody>
      </p:sp>
    </p:spTree>
    <p:extLst>
      <p:ext uri="{BB962C8B-B14F-4D97-AF65-F5344CB8AC3E}">
        <p14:creationId xmlns:p14="http://schemas.microsoft.com/office/powerpoint/2010/main" val="1705862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BC0F9-ACD6-A785-D349-D5190B535CCA}"/>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944854-6BAB-0E5C-46BC-A345528E5728}"/>
              </a:ext>
            </a:extLst>
          </p:cNvPr>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B6CEC803-CC59-4111-F79E-97BFFF0CA4EA}"/>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47A7A6D1-7F69-96AA-996E-7C3F669A535C}"/>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206FE67E-2B9C-3A22-F76A-27FDD1EC694C}"/>
              </a:ext>
            </a:extLst>
          </p:cNvPr>
          <p:cNvSpPr>
            <a:spLocks noGrp="1"/>
          </p:cNvSpPr>
          <p:nvPr>
            <p:ph type="sldNum" idx="12"/>
          </p:nvPr>
        </p:nvSpPr>
        <p:spPr/>
        <p:txBody>
          <a:bodyPr/>
          <a:lstStyle>
            <a:lvl1pPr>
              <a:defRPr/>
            </a:lvl1pPr>
          </a:lstStyle>
          <a:p>
            <a:fld id="{B9E215E5-D961-4DCB-9AC2-F139A81601F1}" type="slidenum">
              <a:rPr lang="en-US" altLang="en-US"/>
              <a:pPr/>
              <a:t>‹#›</a:t>
            </a:fld>
            <a:endParaRPr lang="en-US" altLang="en-US"/>
          </a:p>
        </p:txBody>
      </p:sp>
    </p:spTree>
    <p:extLst>
      <p:ext uri="{BB962C8B-B14F-4D97-AF65-F5344CB8AC3E}">
        <p14:creationId xmlns:p14="http://schemas.microsoft.com/office/powerpoint/2010/main" val="3115587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5546-864E-E450-EDBB-D4503E29C1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EEFB5C-7A3B-7611-A681-C54ED4B3F006}"/>
              </a:ext>
            </a:extLst>
          </p:cNvPr>
          <p:cNvSpPr>
            <a:spLocks noGrp="1"/>
          </p:cNvSpPr>
          <p:nvPr>
            <p:ph sz="half" idx="1"/>
          </p:nvPr>
        </p:nvSpPr>
        <p:spPr>
          <a:xfrm>
            <a:off x="503238" y="1768475"/>
            <a:ext cx="4457700"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B638C2-84FC-DEF9-1737-59E6287CF5F2}"/>
              </a:ext>
            </a:extLst>
          </p:cNvPr>
          <p:cNvSpPr>
            <a:spLocks noGrp="1"/>
          </p:cNvSpPr>
          <p:nvPr>
            <p:ph sz="half" idx="2"/>
          </p:nvPr>
        </p:nvSpPr>
        <p:spPr>
          <a:xfrm>
            <a:off x="5113338" y="1768475"/>
            <a:ext cx="4459287"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84A75D-DDB5-DBB0-B1E9-11DA9C631050}"/>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4FE92817-D5E6-4789-87FF-53EDA0FEA247}"/>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6EBA7C08-B736-04E2-497D-79FC7E0E5411}"/>
              </a:ext>
            </a:extLst>
          </p:cNvPr>
          <p:cNvSpPr>
            <a:spLocks noGrp="1"/>
          </p:cNvSpPr>
          <p:nvPr>
            <p:ph type="sldNum" idx="12"/>
          </p:nvPr>
        </p:nvSpPr>
        <p:spPr/>
        <p:txBody>
          <a:bodyPr/>
          <a:lstStyle>
            <a:lvl1pPr>
              <a:defRPr/>
            </a:lvl1pPr>
          </a:lstStyle>
          <a:p>
            <a:fld id="{AC511666-BAB8-4CEF-A533-DFC8054D5CAD}" type="slidenum">
              <a:rPr lang="en-US" altLang="en-US"/>
              <a:pPr/>
              <a:t>‹#›</a:t>
            </a:fld>
            <a:endParaRPr lang="en-US" altLang="en-US"/>
          </a:p>
        </p:txBody>
      </p:sp>
    </p:spTree>
    <p:extLst>
      <p:ext uri="{BB962C8B-B14F-4D97-AF65-F5344CB8AC3E}">
        <p14:creationId xmlns:p14="http://schemas.microsoft.com/office/powerpoint/2010/main" val="2311092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58912-C821-080D-4B60-6FC39FF84B48}"/>
              </a:ext>
            </a:extLst>
          </p:cNvPr>
          <p:cNvSpPr>
            <a:spLocks noGrp="1"/>
          </p:cNvSpPr>
          <p:nvPr>
            <p:ph type="title"/>
          </p:nvPr>
        </p:nvSpPr>
        <p:spPr>
          <a:xfrm>
            <a:off x="693738" y="403225"/>
            <a:ext cx="8694737" cy="14605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4C1D83-23BE-0C3C-8803-278A5D131AD4}"/>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EDF189-A4B0-7ED8-5F27-C5BDE1ED8F3C}"/>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DE16F8-5A8E-F2F3-64BB-766B5B4E73A9}"/>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F8A511-2D41-F056-914A-45DEDFE511F1}"/>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B4734D-BB48-D60A-0100-38C47D0F0C1D}"/>
              </a:ext>
            </a:extLst>
          </p:cNvPr>
          <p:cNvSpPr>
            <a:spLocks noGrp="1"/>
          </p:cNvSpPr>
          <p:nvPr>
            <p:ph type="dt"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049941BF-D729-12C2-7FB2-7141A4D01D53}"/>
              </a:ext>
            </a:extLst>
          </p:cNvPr>
          <p:cNvSpPr>
            <a:spLocks noGrp="1"/>
          </p:cNvSpPr>
          <p:nvPr>
            <p:ph type="ft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FF862C37-22ED-F393-BFB5-9A8CEE73D0C7}"/>
              </a:ext>
            </a:extLst>
          </p:cNvPr>
          <p:cNvSpPr>
            <a:spLocks noGrp="1"/>
          </p:cNvSpPr>
          <p:nvPr>
            <p:ph type="sldNum" idx="12"/>
          </p:nvPr>
        </p:nvSpPr>
        <p:spPr/>
        <p:txBody>
          <a:bodyPr/>
          <a:lstStyle>
            <a:lvl1pPr>
              <a:defRPr/>
            </a:lvl1pPr>
          </a:lstStyle>
          <a:p>
            <a:fld id="{603F496C-DAD4-4FA3-AA77-FA0B2970675F}" type="slidenum">
              <a:rPr lang="en-US" altLang="en-US"/>
              <a:pPr/>
              <a:t>‹#›</a:t>
            </a:fld>
            <a:endParaRPr lang="en-US" altLang="en-US"/>
          </a:p>
        </p:txBody>
      </p:sp>
    </p:spTree>
    <p:extLst>
      <p:ext uri="{BB962C8B-B14F-4D97-AF65-F5344CB8AC3E}">
        <p14:creationId xmlns:p14="http://schemas.microsoft.com/office/powerpoint/2010/main" val="3597344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E41C7-2B86-8F8A-EA96-7EE8ED02BB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6E0813-E2E2-352D-05F2-19530439121C}"/>
              </a:ext>
            </a:extLst>
          </p:cNvPr>
          <p:cNvSpPr>
            <a:spLocks noGrp="1"/>
          </p:cNvSpPr>
          <p:nvPr>
            <p:ph type="dt"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728A7FC9-64C8-BA00-C4A0-BC25ABFBC9CF}"/>
              </a:ext>
            </a:extLst>
          </p:cNvPr>
          <p:cNvSpPr>
            <a:spLocks noGrp="1"/>
          </p:cNvSpPr>
          <p:nvPr>
            <p:ph type="ft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21E3CE78-4F48-AB8A-4CD6-26592F621192}"/>
              </a:ext>
            </a:extLst>
          </p:cNvPr>
          <p:cNvSpPr>
            <a:spLocks noGrp="1"/>
          </p:cNvSpPr>
          <p:nvPr>
            <p:ph type="sldNum" idx="12"/>
          </p:nvPr>
        </p:nvSpPr>
        <p:spPr/>
        <p:txBody>
          <a:bodyPr/>
          <a:lstStyle>
            <a:lvl1pPr>
              <a:defRPr/>
            </a:lvl1pPr>
          </a:lstStyle>
          <a:p>
            <a:fld id="{19ECE8A4-B80A-4651-8D66-C9860B31518E}" type="slidenum">
              <a:rPr lang="en-US" altLang="en-US"/>
              <a:pPr/>
              <a:t>‹#›</a:t>
            </a:fld>
            <a:endParaRPr lang="en-US" altLang="en-US"/>
          </a:p>
        </p:txBody>
      </p:sp>
    </p:spTree>
    <p:extLst>
      <p:ext uri="{BB962C8B-B14F-4D97-AF65-F5344CB8AC3E}">
        <p14:creationId xmlns:p14="http://schemas.microsoft.com/office/powerpoint/2010/main" val="918540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B8F268-D984-D4A1-8000-922BF2BB29F5}"/>
              </a:ext>
            </a:extLst>
          </p:cNvPr>
          <p:cNvSpPr>
            <a:spLocks noGrp="1"/>
          </p:cNvSpPr>
          <p:nvPr>
            <p:ph type="dt"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78D7A598-A350-96B6-970D-353811437EC1}"/>
              </a:ext>
            </a:extLst>
          </p:cNvPr>
          <p:cNvSpPr>
            <a:spLocks noGrp="1"/>
          </p:cNvSpPr>
          <p:nvPr>
            <p:ph type="ft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4EDE82FF-AA36-B6CE-BDFC-D1D7D07E158E}"/>
              </a:ext>
            </a:extLst>
          </p:cNvPr>
          <p:cNvSpPr>
            <a:spLocks noGrp="1"/>
          </p:cNvSpPr>
          <p:nvPr>
            <p:ph type="sldNum" idx="12"/>
          </p:nvPr>
        </p:nvSpPr>
        <p:spPr/>
        <p:txBody>
          <a:bodyPr/>
          <a:lstStyle>
            <a:lvl1pPr>
              <a:defRPr/>
            </a:lvl1pPr>
          </a:lstStyle>
          <a:p>
            <a:fld id="{35EAA34C-3020-4DBC-8079-F5CD9F617A68}" type="slidenum">
              <a:rPr lang="en-US" altLang="en-US"/>
              <a:pPr/>
              <a:t>‹#›</a:t>
            </a:fld>
            <a:endParaRPr lang="en-US" altLang="en-US"/>
          </a:p>
        </p:txBody>
      </p:sp>
    </p:spTree>
    <p:extLst>
      <p:ext uri="{BB962C8B-B14F-4D97-AF65-F5344CB8AC3E}">
        <p14:creationId xmlns:p14="http://schemas.microsoft.com/office/powerpoint/2010/main" val="2166498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1A60D-899D-2AE8-5964-50109611704D}"/>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CA9AFD-1821-4E8A-EEF0-DE9199FDAC68}"/>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465C371-537F-6C74-B316-163AEBC015FB}"/>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C6D310-B501-EEB6-93DD-2E45CD2456CC}"/>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4EA08E34-E4D1-A80B-102F-D689C5BDE24E}"/>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A239C25B-5A44-7221-3849-BC958080BA50}"/>
              </a:ext>
            </a:extLst>
          </p:cNvPr>
          <p:cNvSpPr>
            <a:spLocks noGrp="1"/>
          </p:cNvSpPr>
          <p:nvPr>
            <p:ph type="sldNum" idx="12"/>
          </p:nvPr>
        </p:nvSpPr>
        <p:spPr/>
        <p:txBody>
          <a:bodyPr/>
          <a:lstStyle>
            <a:lvl1pPr>
              <a:defRPr/>
            </a:lvl1pPr>
          </a:lstStyle>
          <a:p>
            <a:fld id="{1B33926A-3A4B-44F6-9E84-87A3C3BFF590}" type="slidenum">
              <a:rPr lang="en-US" altLang="en-US"/>
              <a:pPr/>
              <a:t>‹#›</a:t>
            </a:fld>
            <a:endParaRPr lang="en-US" altLang="en-US"/>
          </a:p>
        </p:txBody>
      </p:sp>
    </p:spTree>
    <p:extLst>
      <p:ext uri="{BB962C8B-B14F-4D97-AF65-F5344CB8AC3E}">
        <p14:creationId xmlns:p14="http://schemas.microsoft.com/office/powerpoint/2010/main" val="2251233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129BB-2B45-6F18-7196-0D6740B7ED71}"/>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2B63A5-CB98-B54D-FFB6-51C7C61059BB}"/>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B1B08D-3349-8E92-822C-FE8D4EED15BE}"/>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530ED9-2E84-83E4-A983-EEFFD450C5F2}"/>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903AE52-3DEB-2C85-1FCD-5EBE6C6BB50F}"/>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1210E733-099D-E4CF-46AC-3C32B19A8AC4}"/>
              </a:ext>
            </a:extLst>
          </p:cNvPr>
          <p:cNvSpPr>
            <a:spLocks noGrp="1"/>
          </p:cNvSpPr>
          <p:nvPr>
            <p:ph type="sldNum" idx="12"/>
          </p:nvPr>
        </p:nvSpPr>
        <p:spPr/>
        <p:txBody>
          <a:bodyPr/>
          <a:lstStyle>
            <a:lvl1pPr>
              <a:defRPr/>
            </a:lvl1pPr>
          </a:lstStyle>
          <a:p>
            <a:fld id="{3515BAE2-4D4D-401E-8FB9-0AA8B4FE10B9}" type="slidenum">
              <a:rPr lang="en-US" altLang="en-US"/>
              <a:pPr/>
              <a:t>‹#›</a:t>
            </a:fld>
            <a:endParaRPr lang="en-US" altLang="en-US"/>
          </a:p>
        </p:txBody>
      </p:sp>
    </p:spTree>
    <p:extLst>
      <p:ext uri="{BB962C8B-B14F-4D97-AF65-F5344CB8AC3E}">
        <p14:creationId xmlns:p14="http://schemas.microsoft.com/office/powerpoint/2010/main" val="131769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654C4-FF6F-2C3D-CC57-0A1E8A975E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0C7CB6-8CEE-6C8B-6050-8C80698875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ABF6C6-EACC-5E82-5FD1-BF37ABCBD514}"/>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2BEF15CE-F0F3-598E-75C2-6861E943E5F2}"/>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E035ADA1-18CA-FEF0-BC12-70BC7EB330B6}"/>
              </a:ext>
            </a:extLst>
          </p:cNvPr>
          <p:cNvSpPr>
            <a:spLocks noGrp="1"/>
          </p:cNvSpPr>
          <p:nvPr>
            <p:ph type="sldNum" idx="12"/>
          </p:nvPr>
        </p:nvSpPr>
        <p:spPr/>
        <p:txBody>
          <a:bodyPr/>
          <a:lstStyle>
            <a:lvl1pPr>
              <a:defRPr/>
            </a:lvl1pPr>
          </a:lstStyle>
          <a:p>
            <a:fld id="{7D792A6E-BE05-4E72-BF8C-3F3BB386DCDD}" type="slidenum">
              <a:rPr lang="en-US" altLang="en-US"/>
              <a:pPr/>
              <a:t>‹#›</a:t>
            </a:fld>
            <a:endParaRPr lang="en-US" altLang="en-US"/>
          </a:p>
        </p:txBody>
      </p:sp>
    </p:spTree>
    <p:extLst>
      <p:ext uri="{BB962C8B-B14F-4D97-AF65-F5344CB8AC3E}">
        <p14:creationId xmlns:p14="http://schemas.microsoft.com/office/powerpoint/2010/main" val="2336010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D13CD4-160F-23C4-3CB4-EE64B07E0D60}"/>
              </a:ext>
            </a:extLst>
          </p:cNvPr>
          <p:cNvSpPr>
            <a:spLocks noGrp="1"/>
          </p:cNvSpPr>
          <p:nvPr>
            <p:ph type="title" orient="vert"/>
          </p:nvPr>
        </p:nvSpPr>
        <p:spPr>
          <a:xfrm>
            <a:off x="7305675" y="301625"/>
            <a:ext cx="2266950" cy="58499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D459E5-1582-08F7-D37E-E85D8F0A342D}"/>
              </a:ext>
            </a:extLst>
          </p:cNvPr>
          <p:cNvSpPr>
            <a:spLocks noGrp="1"/>
          </p:cNvSpPr>
          <p:nvPr>
            <p:ph type="body" orient="vert" idx="1"/>
          </p:nvPr>
        </p:nvSpPr>
        <p:spPr>
          <a:xfrm>
            <a:off x="503238" y="301625"/>
            <a:ext cx="6650037" cy="58499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6F70CD-5715-9FB9-014E-0ED1D2247B23}"/>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8E735EB-3C3D-1F79-D286-6DD58DDB831E}"/>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261CC7A-2163-0966-81C6-081FEF62172F}"/>
              </a:ext>
            </a:extLst>
          </p:cNvPr>
          <p:cNvSpPr>
            <a:spLocks noGrp="1"/>
          </p:cNvSpPr>
          <p:nvPr>
            <p:ph type="sldNum" idx="12"/>
          </p:nvPr>
        </p:nvSpPr>
        <p:spPr/>
        <p:txBody>
          <a:bodyPr/>
          <a:lstStyle>
            <a:lvl1pPr>
              <a:defRPr/>
            </a:lvl1pPr>
          </a:lstStyle>
          <a:p>
            <a:fld id="{D8FA7892-1D8F-44E5-BC00-0954B5BF3091}" type="slidenum">
              <a:rPr lang="en-US" altLang="en-US"/>
              <a:pPr/>
              <a:t>‹#›</a:t>
            </a:fld>
            <a:endParaRPr lang="en-US" altLang="en-US"/>
          </a:p>
        </p:txBody>
      </p:sp>
    </p:spTree>
    <p:extLst>
      <p:ext uri="{BB962C8B-B14F-4D97-AF65-F5344CB8AC3E}">
        <p14:creationId xmlns:p14="http://schemas.microsoft.com/office/powerpoint/2010/main" val="82401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7A31B-1F1D-D982-ACBF-72574F931E15}"/>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EBC96A-C8FC-B093-AD40-CABD02C73090}"/>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B55584-2641-690D-2512-B51141B60B31}"/>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6A63F2C4-2FDF-99DC-B70D-3E2F8999C208}"/>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7BD657E-8CA9-BB63-91DC-5F0784F98843}"/>
              </a:ext>
            </a:extLst>
          </p:cNvPr>
          <p:cNvSpPr>
            <a:spLocks noGrp="1"/>
          </p:cNvSpPr>
          <p:nvPr>
            <p:ph type="sldNum" idx="12"/>
          </p:nvPr>
        </p:nvSpPr>
        <p:spPr/>
        <p:txBody>
          <a:bodyPr/>
          <a:lstStyle>
            <a:lvl1pPr>
              <a:defRPr/>
            </a:lvl1pPr>
          </a:lstStyle>
          <a:p>
            <a:fld id="{39DE0AEC-DE8B-4C5A-B3D8-6C232FC33B97}" type="slidenum">
              <a:rPr lang="en-US" altLang="en-US"/>
              <a:pPr/>
              <a:t>‹#›</a:t>
            </a:fld>
            <a:endParaRPr lang="en-US" altLang="en-US"/>
          </a:p>
        </p:txBody>
      </p:sp>
    </p:spTree>
    <p:extLst>
      <p:ext uri="{BB962C8B-B14F-4D97-AF65-F5344CB8AC3E}">
        <p14:creationId xmlns:p14="http://schemas.microsoft.com/office/powerpoint/2010/main" val="6573509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CB309-F3DA-1275-E3FD-455428556E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D98691-EA31-A700-21DF-401D3D64A2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D8BAD2-BA0B-219C-9466-4C9345D4E2AE}"/>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75F0C408-4AF8-B099-90F3-211BA8979984}"/>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DCA983E-B5B4-CFD8-A819-D95048464DE4}"/>
              </a:ext>
            </a:extLst>
          </p:cNvPr>
          <p:cNvSpPr>
            <a:spLocks noGrp="1"/>
          </p:cNvSpPr>
          <p:nvPr>
            <p:ph type="sldNum" idx="12"/>
          </p:nvPr>
        </p:nvSpPr>
        <p:spPr/>
        <p:txBody>
          <a:bodyPr/>
          <a:lstStyle>
            <a:lvl1pPr>
              <a:defRPr/>
            </a:lvl1pPr>
          </a:lstStyle>
          <a:p>
            <a:fld id="{2E449AFC-D452-40D8-95FE-7B96A70F665A}" type="slidenum">
              <a:rPr lang="en-US" altLang="en-US"/>
              <a:pPr/>
              <a:t>‹#›</a:t>
            </a:fld>
            <a:endParaRPr lang="en-US" altLang="en-US"/>
          </a:p>
        </p:txBody>
      </p:sp>
    </p:spTree>
    <p:extLst>
      <p:ext uri="{BB962C8B-B14F-4D97-AF65-F5344CB8AC3E}">
        <p14:creationId xmlns:p14="http://schemas.microsoft.com/office/powerpoint/2010/main" val="1438666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566F5-BFB0-3226-E77D-23E1D1C585FC}"/>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123987-4A65-4F48-0FA9-5BF6A23A80F6}"/>
              </a:ext>
            </a:extLst>
          </p:cNvPr>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5A358188-17A1-67DE-475B-56F7DC797CA0}"/>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51DA664-EA0F-13B8-7156-B610E93F08B6}"/>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4F7316E-E7C0-E1EA-7EAF-D17C3946CCC8}"/>
              </a:ext>
            </a:extLst>
          </p:cNvPr>
          <p:cNvSpPr>
            <a:spLocks noGrp="1"/>
          </p:cNvSpPr>
          <p:nvPr>
            <p:ph type="sldNum" idx="12"/>
          </p:nvPr>
        </p:nvSpPr>
        <p:spPr/>
        <p:txBody>
          <a:bodyPr/>
          <a:lstStyle>
            <a:lvl1pPr>
              <a:defRPr/>
            </a:lvl1pPr>
          </a:lstStyle>
          <a:p>
            <a:fld id="{CB76CB78-8F0A-49D9-BFE3-6CA6AA661DA2}" type="slidenum">
              <a:rPr lang="en-US" altLang="en-US"/>
              <a:pPr/>
              <a:t>‹#›</a:t>
            </a:fld>
            <a:endParaRPr lang="en-US" altLang="en-US"/>
          </a:p>
        </p:txBody>
      </p:sp>
    </p:spTree>
    <p:extLst>
      <p:ext uri="{BB962C8B-B14F-4D97-AF65-F5344CB8AC3E}">
        <p14:creationId xmlns:p14="http://schemas.microsoft.com/office/powerpoint/2010/main" val="30905199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272A4-7299-851E-0342-79780C91AD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A418DF-4611-FD4D-1E80-B727DCAB0F45}"/>
              </a:ext>
            </a:extLst>
          </p:cNvPr>
          <p:cNvSpPr>
            <a:spLocks noGrp="1"/>
          </p:cNvSpPr>
          <p:nvPr>
            <p:ph sz="half" idx="1"/>
          </p:nvPr>
        </p:nvSpPr>
        <p:spPr>
          <a:xfrm>
            <a:off x="503238" y="1800225"/>
            <a:ext cx="4459287"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BE398F-B4CE-CB5B-0DED-63A0E11328CE}"/>
              </a:ext>
            </a:extLst>
          </p:cNvPr>
          <p:cNvSpPr>
            <a:spLocks noGrp="1"/>
          </p:cNvSpPr>
          <p:nvPr>
            <p:ph sz="half" idx="2"/>
          </p:nvPr>
        </p:nvSpPr>
        <p:spPr>
          <a:xfrm>
            <a:off x="5114925" y="1800225"/>
            <a:ext cx="4459288"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9CE386-21BF-F991-E31A-A855C506FDE2}"/>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A144B86C-38EC-F707-77DB-A48C7AE0A302}"/>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B6BC1F04-A9CA-F95F-A837-924D287E5F32}"/>
              </a:ext>
            </a:extLst>
          </p:cNvPr>
          <p:cNvSpPr>
            <a:spLocks noGrp="1"/>
          </p:cNvSpPr>
          <p:nvPr>
            <p:ph type="sldNum" idx="12"/>
          </p:nvPr>
        </p:nvSpPr>
        <p:spPr/>
        <p:txBody>
          <a:bodyPr/>
          <a:lstStyle>
            <a:lvl1pPr>
              <a:defRPr/>
            </a:lvl1pPr>
          </a:lstStyle>
          <a:p>
            <a:fld id="{BBB50822-5BB3-4FFA-9419-56F8CAD65998}" type="slidenum">
              <a:rPr lang="en-US" altLang="en-US"/>
              <a:pPr/>
              <a:t>‹#›</a:t>
            </a:fld>
            <a:endParaRPr lang="en-US" altLang="en-US"/>
          </a:p>
        </p:txBody>
      </p:sp>
    </p:spTree>
    <p:extLst>
      <p:ext uri="{BB962C8B-B14F-4D97-AF65-F5344CB8AC3E}">
        <p14:creationId xmlns:p14="http://schemas.microsoft.com/office/powerpoint/2010/main" val="34398861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7D47B-F92A-A363-2BB6-CF20E2EB4189}"/>
              </a:ext>
            </a:extLst>
          </p:cNvPr>
          <p:cNvSpPr>
            <a:spLocks noGrp="1"/>
          </p:cNvSpPr>
          <p:nvPr>
            <p:ph type="title"/>
          </p:nvPr>
        </p:nvSpPr>
        <p:spPr>
          <a:xfrm>
            <a:off x="693738" y="403225"/>
            <a:ext cx="8694737" cy="14605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36D399-4018-8553-A439-A007040FA2A7}"/>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69949E-E9E7-47DE-835B-8CFCB8829706}"/>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24ED70-D812-2B29-4B2C-CFD8F95023E2}"/>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7B6853-920C-511F-B4F4-3457A1BFC673}"/>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8C7EB1-A145-1E7D-4FDC-EACB5A8E2B52}"/>
              </a:ext>
            </a:extLst>
          </p:cNvPr>
          <p:cNvSpPr>
            <a:spLocks noGrp="1"/>
          </p:cNvSpPr>
          <p:nvPr>
            <p:ph type="dt"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6C5792C5-5672-C949-6325-726937A4AC70}"/>
              </a:ext>
            </a:extLst>
          </p:cNvPr>
          <p:cNvSpPr>
            <a:spLocks noGrp="1"/>
          </p:cNvSpPr>
          <p:nvPr>
            <p:ph type="ft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6DB67A95-0A09-F98B-B1B4-52F34CB967EF}"/>
              </a:ext>
            </a:extLst>
          </p:cNvPr>
          <p:cNvSpPr>
            <a:spLocks noGrp="1"/>
          </p:cNvSpPr>
          <p:nvPr>
            <p:ph type="sldNum" idx="12"/>
          </p:nvPr>
        </p:nvSpPr>
        <p:spPr/>
        <p:txBody>
          <a:bodyPr/>
          <a:lstStyle>
            <a:lvl1pPr>
              <a:defRPr/>
            </a:lvl1pPr>
          </a:lstStyle>
          <a:p>
            <a:fld id="{DFF8E059-4315-4F28-AF1F-09C2881BD8E6}" type="slidenum">
              <a:rPr lang="en-US" altLang="en-US"/>
              <a:pPr/>
              <a:t>‹#›</a:t>
            </a:fld>
            <a:endParaRPr lang="en-US" altLang="en-US"/>
          </a:p>
        </p:txBody>
      </p:sp>
    </p:spTree>
    <p:extLst>
      <p:ext uri="{BB962C8B-B14F-4D97-AF65-F5344CB8AC3E}">
        <p14:creationId xmlns:p14="http://schemas.microsoft.com/office/powerpoint/2010/main" val="21724411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0F5CC-3D80-E699-11FB-F1CD834CF0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A8660F-8E2B-8ABF-F2CD-5E54B4AF84E9}"/>
              </a:ext>
            </a:extLst>
          </p:cNvPr>
          <p:cNvSpPr>
            <a:spLocks noGrp="1"/>
          </p:cNvSpPr>
          <p:nvPr>
            <p:ph type="dt"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3A9AA872-E7BA-D943-194F-DE1F1618C0AD}"/>
              </a:ext>
            </a:extLst>
          </p:cNvPr>
          <p:cNvSpPr>
            <a:spLocks noGrp="1"/>
          </p:cNvSpPr>
          <p:nvPr>
            <p:ph type="ft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BF1EA47D-A814-22AC-BAA3-D90F45E4BDDB}"/>
              </a:ext>
            </a:extLst>
          </p:cNvPr>
          <p:cNvSpPr>
            <a:spLocks noGrp="1"/>
          </p:cNvSpPr>
          <p:nvPr>
            <p:ph type="sldNum" idx="12"/>
          </p:nvPr>
        </p:nvSpPr>
        <p:spPr/>
        <p:txBody>
          <a:bodyPr/>
          <a:lstStyle>
            <a:lvl1pPr>
              <a:defRPr/>
            </a:lvl1pPr>
          </a:lstStyle>
          <a:p>
            <a:fld id="{14F91604-33F8-419D-9D73-313B8E5210BF}" type="slidenum">
              <a:rPr lang="en-US" altLang="en-US"/>
              <a:pPr/>
              <a:t>‹#›</a:t>
            </a:fld>
            <a:endParaRPr lang="en-US" altLang="en-US"/>
          </a:p>
        </p:txBody>
      </p:sp>
    </p:spTree>
    <p:extLst>
      <p:ext uri="{BB962C8B-B14F-4D97-AF65-F5344CB8AC3E}">
        <p14:creationId xmlns:p14="http://schemas.microsoft.com/office/powerpoint/2010/main" val="32190526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4D8F17-48BC-83F8-AE8B-AAC391AEB78A}"/>
              </a:ext>
            </a:extLst>
          </p:cNvPr>
          <p:cNvSpPr>
            <a:spLocks noGrp="1"/>
          </p:cNvSpPr>
          <p:nvPr>
            <p:ph type="dt"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564622BB-AD1F-DC19-8676-304CF99D4B97}"/>
              </a:ext>
            </a:extLst>
          </p:cNvPr>
          <p:cNvSpPr>
            <a:spLocks noGrp="1"/>
          </p:cNvSpPr>
          <p:nvPr>
            <p:ph type="ft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1C788F85-0179-A6AD-7131-972A5E870014}"/>
              </a:ext>
            </a:extLst>
          </p:cNvPr>
          <p:cNvSpPr>
            <a:spLocks noGrp="1"/>
          </p:cNvSpPr>
          <p:nvPr>
            <p:ph type="sldNum" idx="12"/>
          </p:nvPr>
        </p:nvSpPr>
        <p:spPr/>
        <p:txBody>
          <a:bodyPr/>
          <a:lstStyle>
            <a:lvl1pPr>
              <a:defRPr/>
            </a:lvl1pPr>
          </a:lstStyle>
          <a:p>
            <a:fld id="{20BFE631-6341-43B6-834E-FDB62D870FE9}" type="slidenum">
              <a:rPr lang="en-US" altLang="en-US"/>
              <a:pPr/>
              <a:t>‹#›</a:t>
            </a:fld>
            <a:endParaRPr lang="en-US" altLang="en-US"/>
          </a:p>
        </p:txBody>
      </p:sp>
    </p:spTree>
    <p:extLst>
      <p:ext uri="{BB962C8B-B14F-4D97-AF65-F5344CB8AC3E}">
        <p14:creationId xmlns:p14="http://schemas.microsoft.com/office/powerpoint/2010/main" val="3571936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D0B28-BB15-6BCA-896C-BE1816DCE41D}"/>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D9CA3E-8A32-1A94-942B-8DD00F23EDEE}"/>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6E311D-1A64-5AA4-51FD-2AB9737D881D}"/>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26155-7E4A-F7E2-1660-A74447BC04E5}"/>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A61EEF19-650A-D120-A320-1DD0E58A3B1B}"/>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1FF96B55-6669-9E2B-6870-A1F1E3CE56ED}"/>
              </a:ext>
            </a:extLst>
          </p:cNvPr>
          <p:cNvSpPr>
            <a:spLocks noGrp="1"/>
          </p:cNvSpPr>
          <p:nvPr>
            <p:ph type="sldNum" idx="12"/>
          </p:nvPr>
        </p:nvSpPr>
        <p:spPr/>
        <p:txBody>
          <a:bodyPr/>
          <a:lstStyle>
            <a:lvl1pPr>
              <a:defRPr/>
            </a:lvl1pPr>
          </a:lstStyle>
          <a:p>
            <a:fld id="{2EF52B6A-611E-4AEC-9075-D3EF4FC827B4}" type="slidenum">
              <a:rPr lang="en-US" altLang="en-US"/>
              <a:pPr/>
              <a:t>‹#›</a:t>
            </a:fld>
            <a:endParaRPr lang="en-US" altLang="en-US"/>
          </a:p>
        </p:txBody>
      </p:sp>
    </p:spTree>
    <p:extLst>
      <p:ext uri="{BB962C8B-B14F-4D97-AF65-F5344CB8AC3E}">
        <p14:creationId xmlns:p14="http://schemas.microsoft.com/office/powerpoint/2010/main" val="35534225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4E407-D62E-E74B-870A-24E8645E2AB5}"/>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BAAF95-C67B-C18E-8B38-A2240476A0FF}"/>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F0A30F-12C7-DD10-F6F0-C17E105D390E}"/>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4E185F-7A5D-E3C1-0B16-FB0921734B22}"/>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3A395DE5-86A8-820C-12FE-BEE1AA60152A}"/>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CDDC6492-E41C-D7A7-B98A-43B79C15EFE5}"/>
              </a:ext>
            </a:extLst>
          </p:cNvPr>
          <p:cNvSpPr>
            <a:spLocks noGrp="1"/>
          </p:cNvSpPr>
          <p:nvPr>
            <p:ph type="sldNum" idx="12"/>
          </p:nvPr>
        </p:nvSpPr>
        <p:spPr/>
        <p:txBody>
          <a:bodyPr/>
          <a:lstStyle>
            <a:lvl1pPr>
              <a:defRPr/>
            </a:lvl1pPr>
          </a:lstStyle>
          <a:p>
            <a:fld id="{31FD44EE-6C52-4A66-9C37-1AE859BA5825}" type="slidenum">
              <a:rPr lang="en-US" altLang="en-US"/>
              <a:pPr/>
              <a:t>‹#›</a:t>
            </a:fld>
            <a:endParaRPr lang="en-US" altLang="en-US"/>
          </a:p>
        </p:txBody>
      </p:sp>
    </p:spTree>
    <p:extLst>
      <p:ext uri="{BB962C8B-B14F-4D97-AF65-F5344CB8AC3E}">
        <p14:creationId xmlns:p14="http://schemas.microsoft.com/office/powerpoint/2010/main" val="34586978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B66C7-E993-C462-333D-6A1638484D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2AA7D0-0ABA-CFAE-C6BE-2C06370D14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485546-8C60-1B03-C3CC-CC1017D8D37E}"/>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8CBA445-60DE-B90B-653A-F5087D633EC4}"/>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7C88FB5C-843A-EA02-5D14-A6D7FF0AC6A9}"/>
              </a:ext>
            </a:extLst>
          </p:cNvPr>
          <p:cNvSpPr>
            <a:spLocks noGrp="1"/>
          </p:cNvSpPr>
          <p:nvPr>
            <p:ph type="sldNum" idx="12"/>
          </p:nvPr>
        </p:nvSpPr>
        <p:spPr/>
        <p:txBody>
          <a:bodyPr/>
          <a:lstStyle>
            <a:lvl1pPr>
              <a:defRPr/>
            </a:lvl1pPr>
          </a:lstStyle>
          <a:p>
            <a:fld id="{53B0DAB6-19A7-482D-8A00-B3C9BCFB0908}" type="slidenum">
              <a:rPr lang="en-US" altLang="en-US"/>
              <a:pPr/>
              <a:t>‹#›</a:t>
            </a:fld>
            <a:endParaRPr lang="en-US" altLang="en-US"/>
          </a:p>
        </p:txBody>
      </p:sp>
    </p:spTree>
    <p:extLst>
      <p:ext uri="{BB962C8B-B14F-4D97-AF65-F5344CB8AC3E}">
        <p14:creationId xmlns:p14="http://schemas.microsoft.com/office/powerpoint/2010/main" val="6354884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9AC2CE-E22D-FDA9-8909-897E776C7940}"/>
              </a:ext>
            </a:extLst>
          </p:cNvPr>
          <p:cNvSpPr>
            <a:spLocks noGrp="1"/>
          </p:cNvSpPr>
          <p:nvPr>
            <p:ph type="title" orient="vert"/>
          </p:nvPr>
        </p:nvSpPr>
        <p:spPr>
          <a:xfrm>
            <a:off x="7307263" y="576263"/>
            <a:ext cx="2266950" cy="560705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719A76-5617-37C6-3A96-C82921EAFEB8}"/>
              </a:ext>
            </a:extLst>
          </p:cNvPr>
          <p:cNvSpPr>
            <a:spLocks noGrp="1"/>
          </p:cNvSpPr>
          <p:nvPr>
            <p:ph type="body" orient="vert" idx="1"/>
          </p:nvPr>
        </p:nvSpPr>
        <p:spPr>
          <a:xfrm>
            <a:off x="503238" y="576263"/>
            <a:ext cx="6651625" cy="5607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5CDE64-03DE-DBDA-ACB2-6D7836B46721}"/>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60B9395C-53DE-AA5F-5C72-2A32DB162638}"/>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CD7CA2A-B402-69AF-C53E-6C679842523D}"/>
              </a:ext>
            </a:extLst>
          </p:cNvPr>
          <p:cNvSpPr>
            <a:spLocks noGrp="1"/>
          </p:cNvSpPr>
          <p:nvPr>
            <p:ph type="sldNum" idx="12"/>
          </p:nvPr>
        </p:nvSpPr>
        <p:spPr/>
        <p:txBody>
          <a:bodyPr/>
          <a:lstStyle>
            <a:lvl1pPr>
              <a:defRPr/>
            </a:lvl1pPr>
          </a:lstStyle>
          <a:p>
            <a:fld id="{E83C682F-B543-4C6A-BFFE-A5469675D207}" type="slidenum">
              <a:rPr lang="en-US" altLang="en-US"/>
              <a:pPr/>
              <a:t>‹#›</a:t>
            </a:fld>
            <a:endParaRPr lang="en-US" altLang="en-US"/>
          </a:p>
        </p:txBody>
      </p:sp>
    </p:spTree>
    <p:extLst>
      <p:ext uri="{BB962C8B-B14F-4D97-AF65-F5344CB8AC3E}">
        <p14:creationId xmlns:p14="http://schemas.microsoft.com/office/powerpoint/2010/main" val="341573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B0E4C-462D-E268-7F1B-E78BCC3AAB93}"/>
              </a:ext>
            </a:extLst>
          </p:cNvPr>
          <p:cNvSpPr>
            <a:spLocks noGrp="1"/>
          </p:cNvSpPr>
          <p:nvPr>
            <p:ph type="title"/>
          </p:nvPr>
        </p:nvSpPr>
        <p:spPr>
          <a:xfrm>
            <a:off x="503238" y="576263"/>
            <a:ext cx="7197725" cy="719137"/>
          </a:xfrm>
        </p:spPr>
        <p:txBody>
          <a:bodyPr/>
          <a:lstStyle/>
          <a:p>
            <a:r>
              <a:rPr lang="en-US"/>
              <a:t>Click to edit Master title style</a:t>
            </a:r>
          </a:p>
        </p:txBody>
      </p:sp>
      <p:sp>
        <p:nvSpPr>
          <p:cNvPr id="3" name="Date Placeholder 2">
            <a:extLst>
              <a:ext uri="{FF2B5EF4-FFF2-40B4-BE49-F238E27FC236}">
                <a16:creationId xmlns:a16="http://schemas.microsoft.com/office/drawing/2014/main" id="{C371A53C-E747-23B5-8B43-81065C76F8C1}"/>
              </a:ext>
            </a:extLst>
          </p:cNvPr>
          <p:cNvSpPr>
            <a:spLocks noGrp="1"/>
          </p:cNvSpPr>
          <p:nvPr>
            <p:ph type="dt" idx="10"/>
          </p:nvPr>
        </p:nvSpPr>
        <p:spPr>
          <a:xfrm>
            <a:off x="503238" y="6886575"/>
            <a:ext cx="2346325" cy="519113"/>
          </a:xfrm>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0B406978-A0FB-234F-5E66-B682DF97A0B5}"/>
              </a:ext>
            </a:extLst>
          </p:cNvPr>
          <p:cNvSpPr>
            <a:spLocks noGrp="1"/>
          </p:cNvSpPr>
          <p:nvPr>
            <p:ph type="ftr" idx="11"/>
          </p:nvPr>
        </p:nvSpPr>
        <p:spPr>
          <a:xfrm>
            <a:off x="3448050" y="6886575"/>
            <a:ext cx="3194050" cy="519113"/>
          </a:xfrm>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27E437CF-77F9-09D1-E396-17A15BCE1817}"/>
              </a:ext>
            </a:extLst>
          </p:cNvPr>
          <p:cNvSpPr>
            <a:spLocks noGrp="1"/>
          </p:cNvSpPr>
          <p:nvPr>
            <p:ph type="sldNum" idx="12"/>
          </p:nvPr>
        </p:nvSpPr>
        <p:spPr>
          <a:xfrm>
            <a:off x="7226300" y="6886575"/>
            <a:ext cx="2346325" cy="519113"/>
          </a:xfrm>
        </p:spPr>
        <p:txBody>
          <a:bodyPr/>
          <a:lstStyle>
            <a:lvl1pPr>
              <a:defRPr/>
            </a:lvl1pPr>
          </a:lstStyle>
          <a:p>
            <a:fld id="{E7D7E51F-3DE0-45F1-AD94-75CDA0B3545F}" type="slidenum">
              <a:rPr lang="en-US" altLang="en-US"/>
              <a:pPr/>
              <a:t>‹#›</a:t>
            </a:fld>
            <a:endParaRPr lang="en-US" altLang="en-US"/>
          </a:p>
        </p:txBody>
      </p:sp>
    </p:spTree>
    <p:extLst>
      <p:ext uri="{BB962C8B-B14F-4D97-AF65-F5344CB8AC3E}">
        <p14:creationId xmlns:p14="http://schemas.microsoft.com/office/powerpoint/2010/main" val="2309932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FBCAAAE7-2BBA-A62D-1B7C-59113516A29B}"/>
              </a:ext>
            </a:extLst>
          </p:cNvPr>
          <p:cNvSpPr>
            <a:spLocks noGrp="1" noChangeArrowheads="1"/>
          </p:cNvSpPr>
          <p:nvPr>
            <p:ph type="title"/>
          </p:nvPr>
        </p:nvSpPr>
        <p:spPr bwMode="auto">
          <a:xfrm>
            <a:off x="503238" y="301625"/>
            <a:ext cx="9069387"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1026" name="Rectangle 2">
            <a:extLst>
              <a:ext uri="{FF2B5EF4-FFF2-40B4-BE49-F238E27FC236}">
                <a16:creationId xmlns:a16="http://schemas.microsoft.com/office/drawing/2014/main" id="{4B3601F9-91C4-D424-E2B6-4CAE9D5FC85B}"/>
              </a:ext>
            </a:extLst>
          </p:cNvPr>
          <p:cNvSpPr>
            <a:spLocks noGrp="1" noChangeArrowheads="1"/>
          </p:cNvSpPr>
          <p:nvPr>
            <p:ph type="body" idx="1"/>
          </p:nvPr>
        </p:nvSpPr>
        <p:spPr bwMode="auto">
          <a:xfrm>
            <a:off x="503238" y="1768475"/>
            <a:ext cx="9069387"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4192"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027" name="Rectangle 3">
            <a:extLst>
              <a:ext uri="{FF2B5EF4-FFF2-40B4-BE49-F238E27FC236}">
                <a16:creationId xmlns:a16="http://schemas.microsoft.com/office/drawing/2014/main" id="{467E188F-8B43-2F16-B0B8-06E6D78E05EA}"/>
              </a:ext>
            </a:extLst>
          </p:cNvPr>
          <p:cNvSpPr>
            <a:spLocks noGrp="1" noChangeArrowheads="1"/>
          </p:cNvSpPr>
          <p:nvPr>
            <p:ph type="dt"/>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1028" name="Rectangle 4">
            <a:extLst>
              <a:ext uri="{FF2B5EF4-FFF2-40B4-BE49-F238E27FC236}">
                <a16:creationId xmlns:a16="http://schemas.microsoft.com/office/drawing/2014/main" id="{99B30FBE-EECA-16E3-DE66-8974BD276056}"/>
              </a:ext>
            </a:extLst>
          </p:cNvPr>
          <p:cNvSpPr>
            <a:spLocks noGrp="1" noChangeArrowheads="1"/>
          </p:cNvSpPr>
          <p:nvPr>
            <p:ph type="ftr"/>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lnSpc>
                <a:spcPct val="93000"/>
              </a:lnSpc>
              <a:tabLst>
                <a:tab pos="457200" algn="l"/>
                <a:tab pos="914400" algn="l"/>
                <a:tab pos="1371600" algn="l"/>
                <a:tab pos="1828800" algn="l"/>
                <a:tab pos="2286000" algn="l"/>
                <a:tab pos="27432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1029" name="Rectangle 5">
            <a:extLst>
              <a:ext uri="{FF2B5EF4-FFF2-40B4-BE49-F238E27FC236}">
                <a16:creationId xmlns:a16="http://schemas.microsoft.com/office/drawing/2014/main" id="{0D239423-6394-1700-62CA-7A59FA2C42EA}"/>
              </a:ext>
            </a:extLst>
          </p:cNvPr>
          <p:cNvSpPr>
            <a:spLocks noGrp="1" noChangeArrowheads="1"/>
          </p:cNvSpPr>
          <p:nvPr>
            <p:ph type="sldNum"/>
          </p:nvPr>
        </p:nvSpPr>
        <p:spPr bwMode="auto">
          <a:xfrm>
            <a:off x="722788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fld id="{AB0B69B7-EEAD-46AA-BF4C-3152EA0E984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marL="742950" indent="-28575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2pPr>
      <a:lvl3pPr marL="11430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3pPr>
      <a:lvl4pPr marL="16002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4pPr>
      <a:lvl5pPr marL="20574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5pPr>
      <a:lvl6pPr marL="25146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6pPr>
      <a:lvl7pPr marL="29718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7pPr>
      <a:lvl8pPr marL="34290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8pPr>
      <a:lvl9pPr marL="38862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9pPr>
    </p:titleStyle>
    <p:bodyStyle>
      <a:lvl1pPr marL="342900" indent="-342900" algn="l" defTabSz="457200" rtl="0" fontAlgn="base" hangingPunct="0">
        <a:lnSpc>
          <a:spcPct val="94000"/>
        </a:lnSpc>
        <a:spcBef>
          <a:spcPct val="0"/>
        </a:spcBef>
        <a:spcAft>
          <a:spcPts val="1425"/>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57200" rtl="0" fontAlgn="base" hangingPunct="0">
        <a:lnSpc>
          <a:spcPct val="94000"/>
        </a:lnSpc>
        <a:spcBef>
          <a:spcPct val="0"/>
        </a:spcBef>
        <a:spcAft>
          <a:spcPts val="1138"/>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57200" rtl="0" fontAlgn="base" hangingPunct="0">
        <a:lnSpc>
          <a:spcPct val="94000"/>
        </a:lnSpc>
        <a:spcBef>
          <a:spcPct val="0"/>
        </a:spcBef>
        <a:spcAft>
          <a:spcPts val="850"/>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57200" rtl="0" fontAlgn="base" hangingPunct="0">
        <a:lnSpc>
          <a:spcPct val="94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57200" rtl="0" fontAlgn="base" hangingPunct="0">
        <a:lnSpc>
          <a:spcPct val="94000"/>
        </a:lnSpc>
        <a:spcBef>
          <a:spcPct val="0"/>
        </a:spcBef>
        <a:spcAft>
          <a:spcPts val="288"/>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49" name="Picture 1">
            <a:extLst>
              <a:ext uri="{FF2B5EF4-FFF2-40B4-BE49-F238E27FC236}">
                <a16:creationId xmlns:a16="http://schemas.microsoft.com/office/drawing/2014/main" id="{11476F9C-3694-541C-6824-512AD8DE8CA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0079038" cy="75596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0" name="Rectangle 2">
            <a:extLst>
              <a:ext uri="{FF2B5EF4-FFF2-40B4-BE49-F238E27FC236}">
                <a16:creationId xmlns:a16="http://schemas.microsoft.com/office/drawing/2014/main" id="{BD896DF3-7D3D-11A1-05D4-FA7A5DA382D3}"/>
              </a:ext>
            </a:extLst>
          </p:cNvPr>
          <p:cNvSpPr>
            <a:spLocks noGrp="1" noChangeArrowheads="1"/>
          </p:cNvSpPr>
          <p:nvPr>
            <p:ph type="title"/>
          </p:nvPr>
        </p:nvSpPr>
        <p:spPr bwMode="auto">
          <a:xfrm>
            <a:off x="503238" y="576263"/>
            <a:ext cx="7197725" cy="719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2051" name="Rectangle 3">
            <a:extLst>
              <a:ext uri="{FF2B5EF4-FFF2-40B4-BE49-F238E27FC236}">
                <a16:creationId xmlns:a16="http://schemas.microsoft.com/office/drawing/2014/main" id="{142EEBB4-93FC-EF8A-6043-F605388D076E}"/>
              </a:ext>
            </a:extLst>
          </p:cNvPr>
          <p:cNvSpPr>
            <a:spLocks noGrp="1" noChangeArrowheads="1"/>
          </p:cNvSpPr>
          <p:nvPr>
            <p:ph type="body" idx="1"/>
          </p:nvPr>
        </p:nvSpPr>
        <p:spPr bwMode="auto">
          <a:xfrm>
            <a:off x="503238" y="1800225"/>
            <a:ext cx="9070975"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656"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2052" name="Rectangle 4">
            <a:extLst>
              <a:ext uri="{FF2B5EF4-FFF2-40B4-BE49-F238E27FC236}">
                <a16:creationId xmlns:a16="http://schemas.microsoft.com/office/drawing/2014/main" id="{4DC0D2A5-A98E-6BA5-AAB5-5F41AD7FCD87}"/>
              </a:ext>
            </a:extLst>
          </p:cNvPr>
          <p:cNvSpPr>
            <a:spLocks noGrp="1" noChangeArrowheads="1"/>
          </p:cNvSpPr>
          <p:nvPr>
            <p:ph type="dt"/>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2053" name="Rectangle 5">
            <a:extLst>
              <a:ext uri="{FF2B5EF4-FFF2-40B4-BE49-F238E27FC236}">
                <a16:creationId xmlns:a16="http://schemas.microsoft.com/office/drawing/2014/main" id="{60202FE9-5A77-2EB2-82E6-AABBDF0A4AAF}"/>
              </a:ext>
            </a:extLst>
          </p:cNvPr>
          <p:cNvSpPr>
            <a:spLocks noGrp="1" noChangeArrowheads="1"/>
          </p:cNvSpPr>
          <p:nvPr>
            <p:ph type="ftr"/>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lnSpc>
                <a:spcPct val="93000"/>
              </a:lnSpc>
              <a:tabLst>
                <a:tab pos="457200" algn="l"/>
                <a:tab pos="914400" algn="l"/>
                <a:tab pos="1371600" algn="l"/>
                <a:tab pos="1828800" algn="l"/>
                <a:tab pos="2286000" algn="l"/>
                <a:tab pos="27432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2054" name="Rectangle 6">
            <a:extLst>
              <a:ext uri="{FF2B5EF4-FFF2-40B4-BE49-F238E27FC236}">
                <a16:creationId xmlns:a16="http://schemas.microsoft.com/office/drawing/2014/main" id="{1789A271-1564-50EB-3F35-EAC4C0997367}"/>
              </a:ext>
            </a:extLst>
          </p:cNvPr>
          <p:cNvSpPr>
            <a:spLocks noGrp="1" noChangeArrowheads="1"/>
          </p:cNvSpPr>
          <p:nvPr>
            <p:ph type="sldNum"/>
          </p:nvPr>
        </p:nvSpPr>
        <p:spPr bwMode="auto">
          <a:xfrm>
            <a:off x="7226300"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fld id="{AA9605FD-F51A-48FA-B23A-2DDD6F391D0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kern="1200">
          <a:solidFill>
            <a:srgbClr val="000000"/>
          </a:solidFill>
          <a:latin typeface="+mj-lt"/>
          <a:ea typeface="+mj-ea"/>
          <a:cs typeface="+mj-cs"/>
        </a:defRPr>
      </a:lvl1pPr>
      <a:lvl2pPr marL="742950" indent="-28575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2pPr>
      <a:lvl3pPr marL="1143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3pPr>
      <a:lvl4pPr marL="1600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4pPr>
      <a:lvl5pPr marL="20574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5pPr>
      <a:lvl6pPr marL="25146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6pPr>
      <a:lvl7pPr marL="29718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7pPr>
      <a:lvl8pPr marL="3429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8pPr>
      <a:lvl9pPr marL="3886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9pPr>
    </p:titleStyle>
    <p:bodyStyle>
      <a:lvl1pPr marL="342900" indent="-342900" algn="l" defTabSz="457200" rtl="0" fontAlgn="base" hangingPunct="0">
        <a:lnSpc>
          <a:spcPct val="94000"/>
        </a:lnSpc>
        <a:spcBef>
          <a:spcPct val="0"/>
        </a:spcBef>
        <a:spcAft>
          <a:spcPts val="1425"/>
        </a:spcAft>
        <a:buClr>
          <a:srgbClr val="000000"/>
        </a:buClr>
        <a:buSzPct val="100000"/>
        <a:buFont typeface="Times New Roman" panose="02020603050405020304" pitchFamily="18" charset="0"/>
        <a:defRPr sz="2600" kern="1200">
          <a:solidFill>
            <a:srgbClr val="000000"/>
          </a:solidFill>
          <a:latin typeface="+mn-lt"/>
          <a:ea typeface="+mn-ea"/>
          <a:cs typeface="+mn-cs"/>
        </a:defRPr>
      </a:lvl1pPr>
      <a:lvl2pPr marL="742950" indent="-285750" algn="l" defTabSz="457200" rtl="0" fontAlgn="base" hangingPunct="0">
        <a:lnSpc>
          <a:spcPct val="94000"/>
        </a:lnSpc>
        <a:spcBef>
          <a:spcPct val="0"/>
        </a:spcBef>
        <a:spcAft>
          <a:spcPts val="1138"/>
        </a:spcAft>
        <a:buClr>
          <a:srgbClr val="000000"/>
        </a:buClr>
        <a:buSzPct val="100000"/>
        <a:buFont typeface="Times New Roman" panose="02020603050405020304" pitchFamily="18" charset="0"/>
        <a:defRPr sz="2600" kern="1200">
          <a:solidFill>
            <a:srgbClr val="000000"/>
          </a:solidFill>
          <a:latin typeface="+mn-lt"/>
          <a:ea typeface="+mn-ea"/>
          <a:cs typeface="+mn-cs"/>
        </a:defRPr>
      </a:lvl2pPr>
      <a:lvl3pPr marL="1143000" indent="-228600" algn="l" defTabSz="457200" rtl="0" fontAlgn="base" hangingPunct="0">
        <a:lnSpc>
          <a:spcPct val="94000"/>
        </a:lnSpc>
        <a:spcBef>
          <a:spcPct val="0"/>
        </a:spcBef>
        <a:spcAft>
          <a:spcPts val="850"/>
        </a:spcAft>
        <a:buClr>
          <a:srgbClr val="000000"/>
        </a:buClr>
        <a:buSzPct val="100000"/>
        <a:buFont typeface="Times New Roman" panose="02020603050405020304" pitchFamily="18" charset="0"/>
        <a:defRPr sz="2600" kern="1200">
          <a:solidFill>
            <a:srgbClr val="000000"/>
          </a:solidFill>
          <a:latin typeface="+mn-lt"/>
          <a:ea typeface="+mn-ea"/>
          <a:cs typeface="+mn-cs"/>
        </a:defRPr>
      </a:lvl3pPr>
      <a:lvl4pPr marL="1600200" indent="-228600" algn="l" defTabSz="457200" rtl="0" fontAlgn="base" hangingPunct="0">
        <a:lnSpc>
          <a:spcPct val="94000"/>
        </a:lnSpc>
        <a:spcBef>
          <a:spcPct val="0"/>
        </a:spcBef>
        <a:spcAft>
          <a:spcPts val="575"/>
        </a:spcAft>
        <a:buClr>
          <a:srgbClr val="000000"/>
        </a:buClr>
        <a:buSzPct val="100000"/>
        <a:buFont typeface="Times New Roman" panose="02020603050405020304" pitchFamily="18" charset="0"/>
        <a:defRPr sz="2600" kern="1200">
          <a:solidFill>
            <a:srgbClr val="000000"/>
          </a:solidFill>
          <a:latin typeface="+mn-lt"/>
          <a:ea typeface="+mn-ea"/>
          <a:cs typeface="+mn-cs"/>
        </a:defRPr>
      </a:lvl4pPr>
      <a:lvl5pPr marL="2057400" indent="-228600" algn="l" defTabSz="457200" rtl="0" fontAlgn="base" hangingPunct="0">
        <a:lnSpc>
          <a:spcPct val="94000"/>
        </a:lnSpc>
        <a:spcBef>
          <a:spcPct val="0"/>
        </a:spcBef>
        <a:spcAft>
          <a:spcPts val="288"/>
        </a:spcAft>
        <a:buClr>
          <a:srgbClr val="000000"/>
        </a:buClr>
        <a:buSzPct val="100000"/>
        <a:buFont typeface="Times New Roman" panose="02020603050405020304" pitchFamily="18" charset="0"/>
        <a:defRPr sz="2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a:extLst>
              <a:ext uri="{FF2B5EF4-FFF2-40B4-BE49-F238E27FC236}">
                <a16:creationId xmlns:a16="http://schemas.microsoft.com/office/drawing/2014/main" id="{48786FEC-62BD-AD26-9EF4-91189B45CBF7}"/>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Lorem ipsum</a:t>
            </a:r>
          </a:p>
        </p:txBody>
      </p:sp>
      <p:sp>
        <p:nvSpPr>
          <p:cNvPr id="4098" name="Rectangle 2">
            <a:extLst>
              <a:ext uri="{FF2B5EF4-FFF2-40B4-BE49-F238E27FC236}">
                <a16:creationId xmlns:a16="http://schemas.microsoft.com/office/drawing/2014/main" id="{8879A1D1-A73B-096C-780C-6733EFD4825A}"/>
              </a:ext>
            </a:extLst>
          </p:cNvPr>
          <p:cNvSpPr>
            <a:spLocks noGrp="1" noChangeArrowheads="1"/>
          </p:cNvSpPr>
          <p:nvPr>
            <p:ph type="subTitle" idx="4294967295"/>
          </p:nvPr>
        </p:nvSpPr>
        <p:spPr bwMode="auto">
          <a:xfrm>
            <a:off x="503238" y="1800225"/>
            <a:ext cx="9072562" cy="4384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1340" rIns="0" bIns="0" anchor="ctr"/>
          <a:lstStyle/>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500"/>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lang="en-US" altLang="en-US" sz="1500"/>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500"/>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lang="en-US" altLang="en-US" sz="1500"/>
          </a:p>
        </p:txBody>
      </p:sp>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409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409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409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DE3400F2-2714-DA7E-575C-E46C394C887C}"/>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Chart</a:t>
            </a:r>
          </a:p>
        </p:txBody>
      </p:sp>
      <p:graphicFrame>
        <p:nvGraphicFramePr>
          <p:cNvPr id="5122" name="Object 2">
            <a:extLst>
              <a:ext uri="{FF2B5EF4-FFF2-40B4-BE49-F238E27FC236}">
                <a16:creationId xmlns:a16="http://schemas.microsoft.com/office/drawing/2014/main" id="{6443D3E5-84AC-4169-9868-C945D207951D}"/>
              </a:ext>
            </a:extLst>
          </p:cNvPr>
          <p:cNvGraphicFramePr>
            <a:graphicFrameLocks noChangeAspect="1"/>
          </p:cNvGraphicFramePr>
          <p:nvPr/>
        </p:nvGraphicFramePr>
        <p:xfrm>
          <a:off x="1693863" y="2487613"/>
          <a:ext cx="6865937" cy="3598862"/>
        </p:xfrm>
        <a:graphic>
          <a:graphicData uri="http://schemas.openxmlformats.org/presentationml/2006/ole">
            <mc:AlternateContent xmlns:mc="http://schemas.openxmlformats.org/markup-compatibility/2006">
              <mc:Choice xmlns:v="urn:schemas-microsoft-com:vml" Requires="v">
                <p:oleObj r:id="rId3" imgW="6866280" imgH="3598920" progId="">
                  <p:embed/>
                </p:oleObj>
              </mc:Choice>
              <mc:Fallback>
                <p:oleObj r:id="rId3" imgW="6866280" imgH="359892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3863" y="2487613"/>
                        <a:ext cx="6865937" cy="3598862"/>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51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6F35CA64-FAA1-0B19-1347-5B35A55BB4EE}"/>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Table</a:t>
            </a:r>
          </a:p>
        </p:txBody>
      </p:sp>
      <p:graphicFrame>
        <p:nvGraphicFramePr>
          <p:cNvPr id="6146" name="Group 2">
            <a:extLst>
              <a:ext uri="{FF2B5EF4-FFF2-40B4-BE49-F238E27FC236}">
                <a16:creationId xmlns:a16="http://schemas.microsoft.com/office/drawing/2014/main" id="{ACEB0C71-7701-31F3-2469-89DE43156517}"/>
              </a:ext>
            </a:extLst>
          </p:cNvPr>
          <p:cNvGraphicFramePr>
            <a:graphicFrameLocks noGrp="1"/>
          </p:cNvGraphicFramePr>
          <p:nvPr/>
        </p:nvGraphicFramePr>
        <p:xfrm>
          <a:off x="503238" y="1800225"/>
          <a:ext cx="9074150" cy="3398838"/>
        </p:xfrm>
        <a:graphic>
          <a:graphicData uri="http://schemas.openxmlformats.org/drawingml/2006/table">
            <a:tbl>
              <a:tblPr/>
              <a:tblGrid>
                <a:gridCol w="1814512">
                  <a:extLst>
                    <a:ext uri="{9D8B030D-6E8A-4147-A177-3AD203B41FA5}">
                      <a16:colId xmlns:a16="http://schemas.microsoft.com/office/drawing/2014/main" val="3389967"/>
                    </a:ext>
                  </a:extLst>
                </a:gridCol>
                <a:gridCol w="1814513">
                  <a:extLst>
                    <a:ext uri="{9D8B030D-6E8A-4147-A177-3AD203B41FA5}">
                      <a16:colId xmlns:a16="http://schemas.microsoft.com/office/drawing/2014/main" val="3228910536"/>
                    </a:ext>
                  </a:extLst>
                </a:gridCol>
                <a:gridCol w="1816100">
                  <a:extLst>
                    <a:ext uri="{9D8B030D-6E8A-4147-A177-3AD203B41FA5}">
                      <a16:colId xmlns:a16="http://schemas.microsoft.com/office/drawing/2014/main" val="3768925960"/>
                    </a:ext>
                  </a:extLst>
                </a:gridCol>
                <a:gridCol w="1814512">
                  <a:extLst>
                    <a:ext uri="{9D8B030D-6E8A-4147-A177-3AD203B41FA5}">
                      <a16:colId xmlns:a16="http://schemas.microsoft.com/office/drawing/2014/main" val="3126486613"/>
                    </a:ext>
                  </a:extLst>
                </a:gridCol>
                <a:gridCol w="1814513">
                  <a:extLst>
                    <a:ext uri="{9D8B030D-6E8A-4147-A177-3AD203B41FA5}">
                      <a16:colId xmlns:a16="http://schemas.microsoft.com/office/drawing/2014/main" val="1564514918"/>
                    </a:ext>
                  </a:extLst>
                </a:gridCol>
              </a:tblGrid>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rPr>
                        <a:t>Column 1</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2</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3</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4</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5</a:t>
                      </a:r>
                    </a:p>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2400" b="0" i="0" u="none" strike="noStrike" cap="none" normalizeH="0" baseline="0">
                        <a:ln>
                          <a:noFill/>
                        </a:ln>
                        <a:solidFill>
                          <a:srgbClr val="000000"/>
                        </a:solidFill>
                        <a:effectLst/>
                        <a:latin typeface="Times New Roman" panose="02020603050405020304" pitchFamily="18" charset="0"/>
                        <a:cs typeface="DejaVu Sans"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171609746"/>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932818529"/>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500347663"/>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553908471"/>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879834623"/>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388920067"/>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40846440"/>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369615460"/>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710479470"/>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4174069011"/>
                  </a:ext>
                </a:extLst>
              </a:tr>
            </a:tbl>
          </a:graphicData>
        </a:graphic>
      </p:graphicFrame>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614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Droid Sans Fallback"/>
      </a:majorFont>
      <a:minorFont>
        <a:latin typeface="Arial"/>
        <a:ea typeface=""/>
        <a:cs typeface="Droid Sans Fallback"/>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WenQuanYi Zen Hei"/>
      </a:majorFont>
      <a:minorFont>
        <a:latin typeface="Arial"/>
        <a:ea typeface=""/>
        <a:cs typeface="WenQuanYi Zen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231</Words>
  <Application>Microsoft Office PowerPoint</Application>
  <PresentationFormat>Custom</PresentationFormat>
  <Paragraphs>14</Paragraphs>
  <Slides>3</Slides>
  <Notes>3</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0</vt:i4>
      </vt:variant>
      <vt:variant>
        <vt:lpstr>Slide Titles</vt:lpstr>
      </vt:variant>
      <vt:variant>
        <vt:i4>3</vt:i4>
      </vt:variant>
    </vt:vector>
  </HeadingPairs>
  <TitlesOfParts>
    <vt:vector size="10" baseType="lpstr">
      <vt:lpstr>Times New Roman</vt:lpstr>
      <vt:lpstr>Arial</vt:lpstr>
      <vt:lpstr>Droid Sans Fallback</vt:lpstr>
      <vt:lpstr>WenQuanYi Zen Hei</vt:lpstr>
      <vt:lpstr>DejaVu Sans</vt:lpstr>
      <vt:lpstr>Office Theme</vt:lpstr>
      <vt:lpstr>Office Theme</vt:lpstr>
      <vt:lpstr>Lorem ipsum</vt:lpstr>
      <vt:lpstr>Chart</vt:lpstr>
      <vt:lpstr>Table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Willem van der Schans</cp:lastModifiedBy>
  <cp:revision>1</cp:revision>
  <cp:lastPrinted>1601-01-01T00:00:00Z</cp:lastPrinted>
  <dcterms:created xsi:type="dcterms:W3CDTF">2017-08-10T19:58:16Z</dcterms:created>
  <dcterms:modified xsi:type="dcterms:W3CDTF">2025-12-05T21:33:30Z</dcterms:modified>
</cp:coreProperties>
</file>